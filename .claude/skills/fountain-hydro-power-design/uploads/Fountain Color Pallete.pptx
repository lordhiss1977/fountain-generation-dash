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4"/>
  </p:sldMasterIdLst>
  <p:notesMasterIdLst>
    <p:notesMasterId r:id="rId6"/>
  </p:notesMasterIdLst>
  <p:sldIdLst>
    <p:sldId id="256" r:id="rId5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a Mae Velez" initials="AV" lastIdx="1" clrIdx="0">
    <p:extLst>
      <p:ext uri="{19B8F6BF-5375-455C-9EA6-DF929625EA0E}">
        <p15:presenceInfo xmlns:p15="http://schemas.microsoft.com/office/powerpoint/2012/main" userId="S::anamae.velez@fountain.com.pa::53326dda-79ba-442a-9ccc-91caa8d0bbb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gray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2828"/>
    <a:srgbClr val="30ACEC"/>
    <a:srgbClr val="D4D7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319820-3DA0-4566-883B-817E45036304}" v="13" dt="2022-03-30T16:50:46.2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660B408-B3CF-4A94-85FC-2B1E0A45F4A2}" styleName="Estilo oscuro 2 - Énfasis 1/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D113A9D2-9D6B-4929-AA2D-F23B5EE8CBE7}" styleName="Estilo temático 2 - Énfasis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n Dillon" userId="f8750049-bc0f-4435-b2f4-91bf42a03660" providerId="ADAL" clId="{F6319820-3DA0-4566-883B-817E45036304}"/>
    <pc:docChg chg="undo custSel delSld modSld">
      <pc:chgData name="Ian Dillon" userId="f8750049-bc0f-4435-b2f4-91bf42a03660" providerId="ADAL" clId="{F6319820-3DA0-4566-883B-817E45036304}" dt="2022-03-30T16:50:56.226" v="260" actId="478"/>
      <pc:docMkLst>
        <pc:docMk/>
      </pc:docMkLst>
      <pc:sldChg chg="addSp delSp modSp mod">
        <pc:chgData name="Ian Dillon" userId="f8750049-bc0f-4435-b2f4-91bf42a03660" providerId="ADAL" clId="{F6319820-3DA0-4566-883B-817E45036304}" dt="2022-03-30T16:50:56.226" v="260" actId="478"/>
        <pc:sldMkLst>
          <pc:docMk/>
          <pc:sldMk cId="1163212456" sldId="256"/>
        </pc:sldMkLst>
        <pc:spChg chg="del">
          <ac:chgData name="Ian Dillon" userId="f8750049-bc0f-4435-b2f4-91bf42a03660" providerId="ADAL" clId="{F6319820-3DA0-4566-883B-817E45036304}" dt="2022-03-30T16:34:12.327" v="2" actId="478"/>
          <ac:spMkLst>
            <pc:docMk/>
            <pc:sldMk cId="1163212456" sldId="256"/>
            <ac:spMk id="2" creationId="{74F567A1-67DF-4F55-BFAE-1D07C23C073E}"/>
          </ac:spMkLst>
        </pc:spChg>
        <pc:spChg chg="add del mod">
          <ac:chgData name="Ian Dillon" userId="f8750049-bc0f-4435-b2f4-91bf42a03660" providerId="ADAL" clId="{F6319820-3DA0-4566-883B-817E45036304}" dt="2022-03-30T16:34:15.921" v="3" actId="478"/>
          <ac:spMkLst>
            <pc:docMk/>
            <pc:sldMk cId="1163212456" sldId="256"/>
            <ac:spMk id="4" creationId="{80E3A850-2F7B-48F5-BE25-C217FBE09FE9}"/>
          </ac:spMkLst>
        </pc:spChg>
        <pc:spChg chg="add mod">
          <ac:chgData name="Ian Dillon" userId="f8750049-bc0f-4435-b2f4-91bf42a03660" providerId="ADAL" clId="{F6319820-3DA0-4566-883B-817E45036304}" dt="2022-03-30T16:43:07.927" v="94" actId="208"/>
          <ac:spMkLst>
            <pc:docMk/>
            <pc:sldMk cId="1163212456" sldId="256"/>
            <ac:spMk id="5" creationId="{4EFD39D8-B126-47D5-904F-2025271A48A1}"/>
          </ac:spMkLst>
        </pc:spChg>
        <pc:spChg chg="add mod">
          <ac:chgData name="Ian Dillon" userId="f8750049-bc0f-4435-b2f4-91bf42a03660" providerId="ADAL" clId="{F6319820-3DA0-4566-883B-817E45036304}" dt="2022-03-30T16:40:52.290" v="87" actId="1076"/>
          <ac:spMkLst>
            <pc:docMk/>
            <pc:sldMk cId="1163212456" sldId="256"/>
            <ac:spMk id="6" creationId="{E4F6E505-0F57-4B85-BEBC-02BF05070CBB}"/>
          </ac:spMkLst>
        </pc:spChg>
        <pc:spChg chg="add mod">
          <ac:chgData name="Ian Dillon" userId="f8750049-bc0f-4435-b2f4-91bf42a03660" providerId="ADAL" clId="{F6319820-3DA0-4566-883B-817E45036304}" dt="2022-03-30T16:50:14.123" v="255" actId="2711"/>
          <ac:spMkLst>
            <pc:docMk/>
            <pc:sldMk cId="1163212456" sldId="256"/>
            <ac:spMk id="7" creationId="{A325205C-0D4A-4B67-A355-FFD424109CB2}"/>
          </ac:spMkLst>
        </pc:spChg>
        <pc:spChg chg="add mod">
          <ac:chgData name="Ian Dillon" userId="f8750049-bc0f-4435-b2f4-91bf42a03660" providerId="ADAL" clId="{F6319820-3DA0-4566-883B-817E45036304}" dt="2022-03-30T16:46:12.092" v="117" actId="1076"/>
          <ac:spMkLst>
            <pc:docMk/>
            <pc:sldMk cId="1163212456" sldId="256"/>
            <ac:spMk id="26" creationId="{BD8BDF97-A6A8-406E-A4D8-22C2963CF394}"/>
          </ac:spMkLst>
        </pc:spChg>
        <pc:spChg chg="add mod">
          <ac:chgData name="Ian Dillon" userId="f8750049-bc0f-4435-b2f4-91bf42a03660" providerId="ADAL" clId="{F6319820-3DA0-4566-883B-817E45036304}" dt="2022-03-30T16:49:10.467" v="237" actId="1076"/>
          <ac:spMkLst>
            <pc:docMk/>
            <pc:sldMk cId="1163212456" sldId="256"/>
            <ac:spMk id="27" creationId="{3940C649-5773-48E2-94DD-C37870B446B6}"/>
          </ac:spMkLst>
        </pc:spChg>
        <pc:spChg chg="add mod">
          <ac:chgData name="Ian Dillon" userId="f8750049-bc0f-4435-b2f4-91bf42a03660" providerId="ADAL" clId="{F6319820-3DA0-4566-883B-817E45036304}" dt="2022-03-30T16:41:36.156" v="88" actId="208"/>
          <ac:spMkLst>
            <pc:docMk/>
            <pc:sldMk cId="1163212456" sldId="256"/>
            <ac:spMk id="28" creationId="{CF11F6E4-7910-4BD5-BB42-28A8863F4F7C}"/>
          </ac:spMkLst>
        </pc:spChg>
        <pc:spChg chg="add mod">
          <ac:chgData name="Ian Dillon" userId="f8750049-bc0f-4435-b2f4-91bf42a03660" providerId="ADAL" clId="{F6319820-3DA0-4566-883B-817E45036304}" dt="2022-03-30T16:47:32.510" v="160" actId="1076"/>
          <ac:spMkLst>
            <pc:docMk/>
            <pc:sldMk cId="1163212456" sldId="256"/>
            <ac:spMk id="29" creationId="{C17A543D-BA5C-4EA9-90FF-5876445651C6}"/>
          </ac:spMkLst>
        </pc:spChg>
        <pc:spChg chg="add mod">
          <ac:chgData name="Ian Dillon" userId="f8750049-bc0f-4435-b2f4-91bf42a03660" providerId="ADAL" clId="{F6319820-3DA0-4566-883B-817E45036304}" dt="2022-03-30T16:47:42.407" v="162" actId="1076"/>
          <ac:spMkLst>
            <pc:docMk/>
            <pc:sldMk cId="1163212456" sldId="256"/>
            <ac:spMk id="35" creationId="{7B7CB22C-7754-4233-A4AC-C2F059C29F30}"/>
          </ac:spMkLst>
        </pc:spChg>
        <pc:spChg chg="add mod">
          <ac:chgData name="Ian Dillon" userId="f8750049-bc0f-4435-b2f4-91bf42a03660" providerId="ADAL" clId="{F6319820-3DA0-4566-883B-817E45036304}" dt="2022-03-30T16:50:14.123" v="255" actId="2711"/>
          <ac:spMkLst>
            <pc:docMk/>
            <pc:sldMk cId="1163212456" sldId="256"/>
            <ac:spMk id="38" creationId="{0BA1EFD2-8915-4586-BC73-94D160AF096A}"/>
          </ac:spMkLst>
        </pc:spChg>
        <pc:spChg chg="add mod">
          <ac:chgData name="Ian Dillon" userId="f8750049-bc0f-4435-b2f4-91bf42a03660" providerId="ADAL" clId="{F6319820-3DA0-4566-883B-817E45036304}" dt="2022-03-30T16:50:14.123" v="255" actId="2711"/>
          <ac:spMkLst>
            <pc:docMk/>
            <pc:sldMk cId="1163212456" sldId="256"/>
            <ac:spMk id="39" creationId="{DAFE5C4B-4C8F-452B-B636-A0C2260D215F}"/>
          </ac:spMkLst>
        </pc:spChg>
        <pc:spChg chg="add mod">
          <ac:chgData name="Ian Dillon" userId="f8750049-bc0f-4435-b2f4-91bf42a03660" providerId="ADAL" clId="{F6319820-3DA0-4566-883B-817E45036304}" dt="2022-03-30T16:50:14.123" v="255" actId="2711"/>
          <ac:spMkLst>
            <pc:docMk/>
            <pc:sldMk cId="1163212456" sldId="256"/>
            <ac:spMk id="40" creationId="{77570C17-D168-4C2B-965C-2B31DA48612D}"/>
          </ac:spMkLst>
        </pc:spChg>
        <pc:spChg chg="add mod">
          <ac:chgData name="Ian Dillon" userId="f8750049-bc0f-4435-b2f4-91bf42a03660" providerId="ADAL" clId="{F6319820-3DA0-4566-883B-817E45036304}" dt="2022-03-30T16:50:14.123" v="255" actId="2711"/>
          <ac:spMkLst>
            <pc:docMk/>
            <pc:sldMk cId="1163212456" sldId="256"/>
            <ac:spMk id="41" creationId="{74717436-CB9C-48CC-A16F-B168279F2898}"/>
          </ac:spMkLst>
        </pc:spChg>
        <pc:spChg chg="add mod">
          <ac:chgData name="Ian Dillon" userId="f8750049-bc0f-4435-b2f4-91bf42a03660" providerId="ADAL" clId="{F6319820-3DA0-4566-883B-817E45036304}" dt="2022-03-30T16:50:14.123" v="255" actId="2711"/>
          <ac:spMkLst>
            <pc:docMk/>
            <pc:sldMk cId="1163212456" sldId="256"/>
            <ac:spMk id="42" creationId="{5E1597AF-C99E-46CF-9756-0EEB7EA55CD9}"/>
          </ac:spMkLst>
        </pc:spChg>
        <pc:graphicFrameChg chg="del">
          <ac:chgData name="Ian Dillon" userId="f8750049-bc0f-4435-b2f4-91bf42a03660" providerId="ADAL" clId="{F6319820-3DA0-4566-883B-817E45036304}" dt="2022-03-30T16:34:08.041" v="1" actId="478"/>
          <ac:graphicFrameMkLst>
            <pc:docMk/>
            <pc:sldMk cId="1163212456" sldId="256"/>
            <ac:graphicFrameMk id="10" creationId="{FA80F9BB-F709-4393-8831-A208D5C14F9E}"/>
          </ac:graphicFrameMkLst>
        </pc:graphicFrameChg>
        <pc:picChg chg="add del mod">
          <ac:chgData name="Ian Dillon" userId="f8750049-bc0f-4435-b2f4-91bf42a03660" providerId="ADAL" clId="{F6319820-3DA0-4566-883B-817E45036304}" dt="2022-03-30T16:50:56.226" v="260" actId="478"/>
          <ac:picMkLst>
            <pc:docMk/>
            <pc:sldMk cId="1163212456" sldId="256"/>
            <ac:picMk id="9" creationId="{C04A7BF6-88A0-4CFA-A148-1D7B58670B9B}"/>
          </ac:picMkLst>
        </pc:picChg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0" sldId="259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4021251672" sldId="301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2865508003" sldId="334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171498734" sldId="342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1156793166" sldId="360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2925750402" sldId="361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4101401616" sldId="368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1148495630" sldId="373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431633199" sldId="378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4218113724" sldId="387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1428970237" sldId="393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615760262" sldId="394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802842069" sldId="395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3188084239" sldId="440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1197276035" sldId="444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4128675922" sldId="445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3486960145" sldId="446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3835231557" sldId="447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1273943974" sldId="448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294797285" sldId="449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2654535833" sldId="453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2291041184" sldId="455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1194627408" sldId="457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3505975222" sldId="458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3801111039" sldId="459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1292778016" sldId="460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3138477320" sldId="462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24837146" sldId="463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2171725214" sldId="464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697092785" sldId="466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1704529167" sldId="468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3078500423" sldId="469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255854234" sldId="470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1783547939" sldId="471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2836335628" sldId="472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3050804681" sldId="473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3910570058" sldId="474"/>
        </pc:sldMkLst>
      </pc:sldChg>
      <pc:sldChg chg="del">
        <pc:chgData name="Ian Dillon" userId="f8750049-bc0f-4435-b2f4-91bf42a03660" providerId="ADAL" clId="{F6319820-3DA0-4566-883B-817E45036304}" dt="2022-03-30T16:33:59.450" v="0" actId="47"/>
        <pc:sldMkLst>
          <pc:docMk/>
          <pc:sldMk cId="3577605430" sldId="475"/>
        </pc:sldMkLst>
      </pc:sldChg>
      <pc:sldMasterChg chg="delSldLayout">
        <pc:chgData name="Ian Dillon" userId="f8750049-bc0f-4435-b2f4-91bf42a03660" providerId="ADAL" clId="{F6319820-3DA0-4566-883B-817E45036304}" dt="2022-03-30T16:33:59.450" v="0" actId="47"/>
        <pc:sldMasterMkLst>
          <pc:docMk/>
          <pc:sldMasterMk cId="1783553156" sldId="2147483804"/>
        </pc:sldMasterMkLst>
        <pc:sldLayoutChg chg="del">
          <pc:chgData name="Ian Dillon" userId="f8750049-bc0f-4435-b2f4-91bf42a03660" providerId="ADAL" clId="{F6319820-3DA0-4566-883B-817E45036304}" dt="2022-03-30T16:33:59.450" v="0" actId="47"/>
          <pc:sldLayoutMkLst>
            <pc:docMk/>
            <pc:sldMasterMk cId="1783553156" sldId="2147483804"/>
            <pc:sldLayoutMk cId="1791760457" sldId="2147483822"/>
          </pc:sldLayoutMkLst>
        </pc:sldLayoutChg>
        <pc:sldLayoutChg chg="del">
          <pc:chgData name="Ian Dillon" userId="f8750049-bc0f-4435-b2f4-91bf42a03660" providerId="ADAL" clId="{F6319820-3DA0-4566-883B-817E45036304}" dt="2022-03-30T16:33:59.450" v="0" actId="47"/>
          <pc:sldLayoutMkLst>
            <pc:docMk/>
            <pc:sldMasterMk cId="1783553156" sldId="2147483804"/>
            <pc:sldLayoutMk cId="3992461097" sldId="214748382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41B7F-A7A0-43FF-888B-3F30E764CD69}" type="datetimeFigureOut">
              <a:rPr lang="en-US" smtClean="0"/>
              <a:t>3/30/2022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AF1A95-127D-4D93-AC97-8C262E1A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519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309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741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228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363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637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884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478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637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706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775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6712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3682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9019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9720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0299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5042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63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553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4">
            <a:extLst>
              <a:ext uri="{FF2B5EF4-FFF2-40B4-BE49-F238E27FC236}">
                <a16:creationId xmlns:a16="http://schemas.microsoft.com/office/drawing/2014/main" id="{71092D16-14DA-4606-831F-0DB3EEECB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1806E72-5EFD-4407-B492-2EBC71FF5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BA81CA3B-9A2E-4F71-BF99-2C58BA76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D00EF4F3-D70F-44D5-A71C-69C3FA0D28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2CC930FA-FD42-4EF1-A9AB-0F9C30238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F18F276C-D13F-46CF-9880-2050C2DBF9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AB50995-FA10-4035-B16D-7D3989B2B6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34" name="Group 26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7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4EFD39D8-B126-47D5-904F-2025271A48A1}"/>
              </a:ext>
            </a:extLst>
          </p:cNvPr>
          <p:cNvSpPr/>
          <p:nvPr/>
        </p:nvSpPr>
        <p:spPr>
          <a:xfrm>
            <a:off x="6689090" y="1443912"/>
            <a:ext cx="1510393" cy="93072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D8BDF97-A6A8-406E-A4D8-22C2963CF394}"/>
              </a:ext>
            </a:extLst>
          </p:cNvPr>
          <p:cNvSpPr/>
          <p:nvPr/>
        </p:nvSpPr>
        <p:spPr>
          <a:xfrm>
            <a:off x="6679861" y="2662088"/>
            <a:ext cx="1510393" cy="93072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40C649-5773-48E2-94DD-C37870B446B6}"/>
              </a:ext>
            </a:extLst>
          </p:cNvPr>
          <p:cNvSpPr/>
          <p:nvPr/>
        </p:nvSpPr>
        <p:spPr>
          <a:xfrm>
            <a:off x="6689090" y="3887753"/>
            <a:ext cx="1510393" cy="93072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11F6E4-7910-4BD5-BB42-28A8863F4F7C}"/>
              </a:ext>
            </a:extLst>
          </p:cNvPr>
          <p:cNvSpPr/>
          <p:nvPr/>
        </p:nvSpPr>
        <p:spPr>
          <a:xfrm>
            <a:off x="8473283" y="1443912"/>
            <a:ext cx="1510393" cy="9307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7A543D-BA5C-4EA9-90FF-5876445651C6}"/>
              </a:ext>
            </a:extLst>
          </p:cNvPr>
          <p:cNvSpPr/>
          <p:nvPr/>
        </p:nvSpPr>
        <p:spPr>
          <a:xfrm>
            <a:off x="8473283" y="2654601"/>
            <a:ext cx="1510393" cy="930729"/>
          </a:xfrm>
          <a:prstGeom prst="rect">
            <a:avLst/>
          </a:prstGeom>
          <a:solidFill>
            <a:srgbClr val="282828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B7CB22C-7754-4233-A4AC-C2F059C29F30}"/>
              </a:ext>
            </a:extLst>
          </p:cNvPr>
          <p:cNvSpPr/>
          <p:nvPr/>
        </p:nvSpPr>
        <p:spPr>
          <a:xfrm>
            <a:off x="8473283" y="3887753"/>
            <a:ext cx="1510393" cy="930729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F6E505-0F57-4B85-BEBC-02BF05070CBB}"/>
              </a:ext>
            </a:extLst>
          </p:cNvPr>
          <p:cNvSpPr txBox="1"/>
          <p:nvPr/>
        </p:nvSpPr>
        <p:spPr>
          <a:xfrm>
            <a:off x="527886" y="1927123"/>
            <a:ext cx="55772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A" sz="3600" dirty="0">
                <a:solidFill>
                  <a:schemeClr val="bg1"/>
                </a:solidFill>
              </a:rPr>
              <a:t>Fountain</a:t>
            </a:r>
          </a:p>
          <a:p>
            <a:r>
              <a:rPr lang="es-PA" sz="3600" dirty="0">
                <a:solidFill>
                  <a:schemeClr val="bg1"/>
                </a:solidFill>
              </a:rPr>
              <a:t>Color Pallete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25205C-0D4A-4B67-A355-FFD424109CB2}"/>
              </a:ext>
            </a:extLst>
          </p:cNvPr>
          <p:cNvSpPr txBox="1"/>
          <p:nvPr/>
        </p:nvSpPr>
        <p:spPr>
          <a:xfrm>
            <a:off x="6898857" y="2337444"/>
            <a:ext cx="10965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Accent 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A1EFD2-8915-4586-BC73-94D160AF096A}"/>
              </a:ext>
            </a:extLst>
          </p:cNvPr>
          <p:cNvSpPr txBox="1"/>
          <p:nvPr/>
        </p:nvSpPr>
        <p:spPr>
          <a:xfrm>
            <a:off x="6921867" y="4761623"/>
            <a:ext cx="10965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Accent 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FE5C4B-4C8F-452B-B636-A0C2260D215F}"/>
              </a:ext>
            </a:extLst>
          </p:cNvPr>
          <p:cNvSpPr txBox="1"/>
          <p:nvPr/>
        </p:nvSpPr>
        <p:spPr>
          <a:xfrm>
            <a:off x="8611965" y="2343114"/>
            <a:ext cx="1609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570C17-D168-4C2B-965C-2B31DA48612D}"/>
              </a:ext>
            </a:extLst>
          </p:cNvPr>
          <p:cNvSpPr txBox="1"/>
          <p:nvPr/>
        </p:nvSpPr>
        <p:spPr>
          <a:xfrm>
            <a:off x="8773454" y="4761334"/>
            <a:ext cx="10965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Accent 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717436-CB9C-48CC-A16F-B168279F2898}"/>
              </a:ext>
            </a:extLst>
          </p:cNvPr>
          <p:cNvSpPr txBox="1"/>
          <p:nvPr/>
        </p:nvSpPr>
        <p:spPr>
          <a:xfrm>
            <a:off x="6782446" y="3518421"/>
            <a:ext cx="1602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1597AF-C99E-46CF-9756-0EEB7EA55CD9}"/>
              </a:ext>
            </a:extLst>
          </p:cNvPr>
          <p:cNvSpPr txBox="1"/>
          <p:nvPr/>
        </p:nvSpPr>
        <p:spPr>
          <a:xfrm>
            <a:off x="8861996" y="3552753"/>
            <a:ext cx="10965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1632124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B396665A2278479252EB1A0B0FF791" ma:contentTypeVersion="12" ma:contentTypeDescription="Create a new document." ma:contentTypeScope="" ma:versionID="c7e825ee6f2c6011f807cdac0b6b966a">
  <xsd:schema xmlns:xsd="http://www.w3.org/2001/XMLSchema" xmlns:xs="http://www.w3.org/2001/XMLSchema" xmlns:p="http://schemas.microsoft.com/office/2006/metadata/properties" xmlns:ns2="9183dd70-062f-4718-9e64-8ff64aee680a" xmlns:ns3="2a8a1305-bf93-4a44-86e0-634fea364780" targetNamespace="http://schemas.microsoft.com/office/2006/metadata/properties" ma:root="true" ma:fieldsID="048da75523934be398511cce80f8aeba" ns2:_="" ns3:_="">
    <xsd:import namespace="9183dd70-062f-4718-9e64-8ff64aee680a"/>
    <xsd:import namespace="2a8a1305-bf93-4a44-86e0-634fea3647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83dd70-062f-4718-9e64-8ff64aee68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8a1305-bf93-4a44-86e0-634fea364780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63AF0D5-80FB-4FAF-A50E-E4E7F1A349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83dd70-062f-4718-9e64-8ff64aee680a"/>
    <ds:schemaRef ds:uri="2a8a1305-bf93-4a44-86e0-634fea3647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E4F4DC3-5222-4E89-9AE1-A39E8F06FA7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D7AB39-10F5-43D2-911A-8A7201C72BDD}">
  <ds:schemaRefs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9183dd70-062f-4718-9e64-8ff64aee680a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353</TotalTime>
  <Words>14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Corbel</vt:lpstr>
      <vt:lpstr>Times New Roman</vt:lpstr>
      <vt:lpstr>Parallax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Bajo Frio  1St Quarter  Update</dc:title>
  <dc:creator>Ian Dillon</dc:creator>
  <cp:lastModifiedBy>Ian Dillon</cp:lastModifiedBy>
  <cp:revision>4</cp:revision>
  <dcterms:created xsi:type="dcterms:W3CDTF">2020-03-12T05:24:18Z</dcterms:created>
  <dcterms:modified xsi:type="dcterms:W3CDTF">2022-03-30T16:51:02Z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0x0101000EB396665A2278479252EB1A0B0FF791</vt:lpwstr>
  </property>
</Properties>
</file>